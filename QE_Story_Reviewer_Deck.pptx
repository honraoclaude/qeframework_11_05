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QE Story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</a:rPr>
              <a:t>AI-powered Quality Engineering in Jira Rovo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429000"/>
            <a:ext cx="50292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749039"/>
            <a:ext cx="219456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Shift-Left QE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3749039"/>
            <a:ext cx="219456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Three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3749039"/>
            <a:ext cx="219456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BDD Gherkin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9ABF"/>
                </a:solidFill>
              </a:rPr>
              <a:t>Testing Specialist  ·  Salesforce Sales Cloud  ·  Agile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406080"/>
                </a:solidFill>
              </a:rPr>
              <a:t>@QE Story Reviewer
run three amigos on this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Paste a Jira ticket  →  get QE analysis + Gherkin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01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 Ticket
in 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8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828800"/>
            <a:ext cx="2011680" cy="1280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1901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2402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@QE Story
Reviewer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8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828800"/>
            <a:ext cx="201168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1901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2402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 reads
Skill +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8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2011680" cy="1280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7" y="1901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22402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QE Analysis
posted to Jira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What triggers the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▸  </a:t>
            </a:r>
            <a:r>
              <a:rPr sz="1300">
                <a:solidFill>
                  <a:srgbClr val="6C757D"/>
                </a:solidFill>
              </a:rPr>
              <a:t>Paste a user story, epic, or bug ticket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▸  </a:t>
            </a:r>
            <a:r>
              <a:rPr sz="1300">
                <a:solidFill>
                  <a:srgbClr val="6C757D"/>
                </a:solidFill>
              </a:rPr>
              <a:t>"review this story" / "is this ready for dev?"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▸  </a:t>
            </a:r>
            <a:r>
              <a:rPr sz="1300">
                <a:solidFill>
                  <a:srgbClr val="6C757D"/>
                </a:solidFill>
              </a:rPr>
              <a:t>"run three amigos on this story"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▸  </a:t>
            </a:r>
            <a:r>
              <a:rPr sz="1300">
                <a:solidFill>
                  <a:srgbClr val="6C757D"/>
                </a:solidFill>
              </a:rPr>
              <a:t>"generate Gherkin for this AC"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▸  </a:t>
            </a:r>
            <a:r>
              <a:rPr sz="1300">
                <a:solidFill>
                  <a:srgbClr val="6C757D"/>
                </a:solidFill>
              </a:rPr>
              <a:t>"analyse this defect"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5669280" cy="301752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Example in Rovo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B2A4A"/>
                </a:solidFill>
              </a:rPr>
              <a:t>@QE Story Reviewer
Title: Export transaction history as CSV
As a customer I want to export my transactions
so I can import into accounting software.
AC1: Given I am logged in, when I click
Export CSV, then a file downloads.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 Amigos — Simulated by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One ticket in  ·  Three perspectives out  ·  Agreed Gherkin + DoD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38328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Business / PO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3383280" cy="3611879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1546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User value clear &amp; measurable?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All business rules written down?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Compliance / regulatory rules?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Salesforce licence tier / record type?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Approval process in scope?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B4F7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→ 3–7 questions for the 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383280" cy="594360"/>
          </a:xfrm>
          <a:prstGeom prst="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Salesforce 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383280" cy="3611879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1546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Apex vs Flow — right tool chosen?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Governor limit risks identified?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Deployment sequence defined?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External API contracts agreed?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Test class coverage plan?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E6B6B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→ 3–7 questions for 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3383280" cy="59436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Tester /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3383280" cy="3611879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65960"/>
            <a:ext cx="31546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INVEST check (6 dimensions)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AC rewritten as Gherkin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Edge cases &amp; negative paths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NFRs: perf, security, a11y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Risk register (L × I)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5A32"/>
                </a:solidFill>
              </a:rPr>
              <a:t>•  </a:t>
            </a:r>
            <a:r>
              <a:rPr sz="1200">
                <a:solidFill>
                  <a:srgbClr val="1B2A4A"/>
                </a:solidFill>
              </a:rPr>
              <a:t>→ Gherkin feature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77840"/>
            <a:ext cx="11365992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6692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8B"/>
                </a:solidFill>
              </a:rPr>
              <a:t>▼  Synthesis: Gaps table  ·  Refined Gherkin (annotated with business rule + layer)  ·  Agreed DoD  ·  Verdict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Your Team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Every output is Jira-pasteable — paste as a comment on the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Output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✅  </a:t>
            </a:r>
            <a:r>
              <a:rPr sz="1300">
                <a:solidFill>
                  <a:srgbClr val="1B2A4A"/>
                </a:solidFill>
              </a:rPr>
              <a:t>Verdict: Ready for Dev / Needs Refinement / Blocked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📋  </a:t>
            </a:r>
            <a:r>
              <a:rPr sz="1300">
                <a:solidFill>
                  <a:srgbClr val="1B2A4A"/>
                </a:solidFill>
              </a:rPr>
              <a:t>INVEST check across 6 dimensions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⚠️  </a:t>
            </a:r>
            <a:r>
              <a:rPr sz="1300">
                <a:solidFill>
                  <a:srgbClr val="1B2A4A"/>
                </a:solidFill>
              </a:rPr>
              <a:t>Risk register — Likelihood × Impact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🔍  </a:t>
            </a:r>
            <a:r>
              <a:rPr sz="1300">
                <a:solidFill>
                  <a:srgbClr val="1B2A4A"/>
                </a:solidFill>
              </a:rPr>
              <a:t>Missing scenarios: edge cases, negative paths, NFRs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🧪  </a:t>
            </a:r>
            <a:r>
              <a:rPr sz="1300">
                <a:solidFill>
                  <a:srgbClr val="1B2A4A"/>
                </a:solidFill>
              </a:rPr>
              <a:t>Full BDD Gherkin feature file with layer + priority tags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❓  </a:t>
            </a:r>
            <a:r>
              <a:rPr sz="1300">
                <a:solidFill>
                  <a:srgbClr val="1B2A4A"/>
                </a:solidFill>
              </a:rPr>
              <a:t>3–7 open questions for PO / Dev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🏁  </a:t>
            </a:r>
            <a:r>
              <a:rPr sz="1300">
                <a:solidFill>
                  <a:srgbClr val="1B2A4A"/>
                </a:solidFill>
              </a:rPr>
              <a:t>Tailored Definition of Done checklist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B8B"/>
                </a:solidFill>
              </a:rPr>
              <a:t>👥  </a:t>
            </a:r>
            <a:r>
              <a:rPr sz="1300">
                <a:solidFill>
                  <a:srgbClr val="1B2A4A"/>
                </a:solidFill>
              </a:rPr>
              <a:t>Three Amigos: Business + Dev + QA perspectives merged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43000"/>
            <a:ext cx="5394960" cy="5349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Sample Gherkin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FFCC"/>
                </a:solidFill>
              </a:rPr>
              <a:t>Feature: Export Transaction History
  Background:
    Given I am logged in as a Customer
  # Layer: e2e | Priority: P0
  Scenario: Download CSV for filtered range
    Given I have filtered transactions
      by date range Jan–Mar 2026
    When I click Export CSV
    Then a file downloads named
      transactions_2026-03-31.csv
    And it contains date, amount,
      currency, description, balance
  # Layer: api | Priority: P1
  Scenario: Export blocked over 100K rows
    Given I have 150,000 transactions
    When I click Export CSV
    Then I see: 'Export limited to 100K
      rows. Refine your date filter.'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Rovo Agent  ·  Knowledge: 7 workflow &amp; reference files  ·  Trigger: paste any Jira ticket or type @QE Story Reviewer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